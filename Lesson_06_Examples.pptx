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0" y="1828800"/>
            <a:ext cx="6705295" cy="32004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2286000"/>
            <a:ext cx="63093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003366"/>
                </a:solidFill>
                <a:latin typeface="Microsoft YaHei"/>
              </a:rPr>
              <a:t>第六课：成车异常与 Excel 计数</a:t>
            </a:r>
          </a:p>
          <a:p>
            <a:pPr algn="ctr">
              <a:spcBef>
                <a:spcPts val="2000"/>
              </a:spcBef>
            </a:pPr>
            <a:r>
              <a:rPr sz="2000" b="0">
                <a:solidFill>
                  <a:srgbClr val="212529"/>
                </a:solidFill>
                <a:latin typeface="Khmer OS Moul Light"/>
              </a:rPr>
              <a:t>មេរៀនទី ៦៖ បញ្ហាកង់សម្រេច និង រូបមន្ត Excel (COUNTIF)</a:t>
            </a:r>
          </a:p>
          <a:p>
            <a:pPr algn="ctr">
              <a:spcBef>
                <a:spcPts val="3000"/>
              </a:spcBef>
            </a:pPr>
            <a:r>
              <a:rPr sz="1600" b="1">
                <a:solidFill>
                  <a:srgbClr val="F58220"/>
                </a:solidFill>
                <a:latin typeface="Microsoft YaHei"/>
              </a:rPr>
              <a:t>培训教师：郑和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1.1 常见异常 (Part 1)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បញ្ហាទូទៅ ១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拼音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Khmer OS Moul Light"/>
              </a:rPr>
              <a:t>ភាសាខ្មែរ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例句 (ឧទាហរណ៍)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刹车失灵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shā chē shī líng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ហ្វ្រាំងមិនស៊ី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05740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后轮刹车失灵，很危险。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ហ្វ្រាំងក្រោយមិនស៊ីទេ គ្រោះថ្នាក់ណាស់។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83280"/>
            <a:ext cx="11338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变速不准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biàn sù bù zhǔn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ដូរលេខមិនចូល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6118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这辆车变速不准，需要调试。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ឡាននេះដូរលេខមិនចូលទេ ត្រូវសារ៉េ។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3776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94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轮胎漏气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4864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lún tāi lòu qì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40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សំបកកង់ធ្លាយ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51663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前轮漏气了，请更换内胎។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កង់មុខធ្លាយខ្យល់ហើយ សុំដូរពោះវៀនកង់។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1.2 常见异常 (Part 2)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បញ្ហាទូទៅ ២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拼音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Khmer OS Moul Light"/>
              </a:rPr>
              <a:t>ភាសាខ្មែរ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例句 (ឧទាហរណ៍)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螺丝松动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luó sī sōng dòng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ខ្ចៅធូរ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05740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脚踏螺丝松动，请锁紧。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ខ្ចៅជើងធាក់ធូរហើយ សូមរឹតឱ្យតឹង។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83280"/>
            <a:ext cx="11338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异响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yì xiǎng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សំឡេងរំខាន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6118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骑行时有异响។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ពេលជិះមានសំឡេងរំខាន។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3776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94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划痕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4864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huá hén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40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ស្នាមឆ្កូត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51663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车架上有划痕，是NG品។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នៅលើតួកង់មានស្នាមឆ្កូត គឺជាផលិតផល NG។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1.3 常见异常 (Part 3)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បញ្ហាទូទៅ 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拼音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Khmer OS Moul Light"/>
              </a:rPr>
              <a:t>ភាសាខ្មែរ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例句 (ឧទាហរណ៍)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掉漆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diào qī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របកថ្នាំ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05740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这里掉漆了，需要补漆។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កន្លែងនេះរបកថ្នាំហើយ ត្រូវការបាញ់ថ្នាំបន្ថែម។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83280"/>
            <a:ext cx="11338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生锈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shēng xiù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ច្រែះ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6118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链条生锈了，不能出货។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ច្រវាក់ឡើងច្រែះហើយ ចេញទំនិញមិនបានទេ។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3776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94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错件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4864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cuò jiàn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40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ដាក់គ្រឿងខុស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51663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注意不要装错件。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ប្រយ័ត្ន! កុំដំឡើងគ្រឿងខុស។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1.4 常见异常 (Part 4)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បញ្ហាទូទៅ 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中文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280160"/>
            <a:ext cx="21031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拼音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25603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Khmer OS Moul Light"/>
              </a:rPr>
              <a:t>ភាសាខ្មែរ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例句 (ឧទាហរណ៍)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漏装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lòu zhuāng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ភ្លេចដាក់គ្រឿង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05740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你漏装了一个垫片。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អ្នកភ្លេចដាក់កងមួយ។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83280"/>
            <a:ext cx="1133856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歪斜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wāi xié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វៀច / មិនត្រង់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361188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车把歪斜，请校正。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ដៃកង់វៀចហើយ សូមកែតម្រូវ។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37760"/>
            <a:ext cx="11338560" cy="1463040"/>
          </a:xfrm>
          <a:prstGeom prst="roundRect">
            <a:avLst/>
          </a:prstGeom>
          <a:solidFill>
            <a:srgbClr val="EBF5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9496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3366"/>
                </a:solidFill>
                <a:latin typeface="Microsoft YaHei"/>
              </a:rPr>
              <a:t>返工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48640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212529"/>
                </a:solidFill>
                <a:latin typeface="Arial"/>
              </a:rPr>
              <a:t>fǎn gōng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406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212529"/>
                </a:solidFill>
                <a:latin typeface="Khmer OS Battambang"/>
              </a:rPr>
              <a:t>ធ្វើឡើងវិញ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5166360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3366"/>
                </a:solidFill>
                <a:latin typeface="Microsoft YaHei"/>
              </a:rPr>
              <a:t>这批货全部需要返工។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12529"/>
                </a:solidFill>
                <a:latin typeface="Khmer OS Battambang"/>
              </a:rPr>
              <a:t>ទំនិញមួយឡូត៍នេះត្រូវធ្វើឡើងវិញទាំងអស់។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2. Excel 公式：计数 (COUNTIF)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រូបមន្តរាប់ចំនួនតាមលក្ខខណ្ឌ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029200" cy="2560320"/>
          </a:xfrm>
          <a:prstGeom prst="roundRect">
            <a:avLst/>
          </a:prstGeom>
          <a:solidFill>
            <a:srgbClr val="EBF5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5720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03366"/>
                </a:solidFill>
                <a:latin typeface="Arial"/>
              </a:rPr>
              <a:t>🔢 COUNTIF</a:t>
            </a:r>
          </a:p>
          <a:p>
            <a:pPr>
              <a:spcBef>
                <a:spcPts val="1200"/>
              </a:spcBef>
            </a:pPr>
            <a:r>
              <a:rPr sz="1500" b="0">
                <a:solidFill>
                  <a:srgbClr val="212529"/>
                </a:solidFill>
                <a:latin typeface="Khmer OS Battambang"/>
              </a:rPr>
              <a:t>ប្រើសម្រាប់រាប់ចំនួនតាមលក្ខខណ្ឌដែលយើងចង់បាន។</a:t>
            </a:r>
          </a:p>
          <a:p>
            <a:pPr>
              <a:spcBef>
                <a:spcPts val="1500"/>
              </a:spcBef>
            </a:pPr>
            <a:r>
              <a:rPr sz="1400" b="0">
                <a:solidFill>
                  <a:srgbClr val="212529"/>
                </a:solidFill>
                <a:latin typeface="Khmer OS Battambang"/>
              </a:rPr>
              <a:t>ឧទាហរណ៍៖ រាប់មើលថាមាន "NG" ប៉ុន្មាន?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217346"/>
                </a:solidFill>
                <a:latin typeface="Consolas"/>
              </a:rPr>
              <a:t>=COUNTIF(C2:C10, "NG")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463040"/>
            <a:ext cx="576072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4846320" cy="1371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C8C8C8"/>
                </a:solidFill>
                <a:latin typeface="Khmer OS Battambang"/>
              </a:rPr>
              <a:t>📸 Paste Excel Screenshot Here</a:t>
            </a:r>
            <a:br/>
            <a:r>
              <a:rPr sz="1400" b="0">
                <a:solidFill>
                  <a:srgbClr val="C8C8C8"/>
                </a:solidFill>
                <a:latin typeface="Khmer OS Battambang"/>
              </a:rPr>
              <a:t>(បញ្ចូលរូបភាពបង្ហាញរូបមន្ត COUNTIF)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3. 本周作业 (Homework)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កិច្ចការផ្ទះ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534095" cy="3200400"/>
          </a:xfrm>
          <a:prstGeom prst="roundRect">
            <a:avLst/>
          </a:prstGeom>
          <a:solidFill>
            <a:srgbClr val="EBF5FF"/>
          </a:solidFill>
          <a:ln w="381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6196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8220"/>
                </a:solidFill>
                <a:latin typeface="Microsoft YaHei"/>
              </a:rPr>
              <a:t>💻 任务 (Task):</a:t>
            </a:r>
          </a:p>
          <a:p>
            <a:pPr>
              <a:spcBef>
                <a:spcPts val="2500"/>
              </a:spcBef>
            </a:pPr>
            <a:r>
              <a:rPr sz="1800" b="0">
                <a:solidFill>
                  <a:srgbClr val="212529"/>
                </a:solidFill>
                <a:latin typeface="Microsoft YaHei"/>
              </a:rPr>
              <a:t>1. 抄写生词 12 个（每个字写一行）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12529"/>
                </a:solidFill>
                <a:latin typeface="Khmer OS Battambang"/>
              </a:rPr>
              <a:t>   សរសេរពាក្យថ្មី ១២ ពាក្យ (គ្រប់តួអក្សរសរសេរម្តង)</a:t>
            </a:r>
          </a:p>
          <a:p>
            <a:pPr>
              <a:spcBef>
                <a:spcPts val="2000"/>
              </a:spcBef>
            </a:pPr>
            <a:r>
              <a:rPr sz="1800" b="0">
                <a:solidFill>
                  <a:srgbClr val="212529"/>
                </a:solidFill>
                <a:latin typeface="Microsoft YaHei"/>
              </a:rPr>
              <a:t>2. 使用 COUNTIF 统计报表中的 NG 数量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212529"/>
                </a:solidFill>
                <a:latin typeface="Khmer OS Battambang"/>
              </a:rPr>
              <a:t>   ប្រើរូបមន្ត COUNTIF រាប់ចំនួន NG ក្នុងរបាយការណ៍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附录 1：汉字书写练习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តារាងហាត់សរសេរអក្សរចិន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2296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50876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刹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7276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0700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5681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32257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0662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07238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662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822192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56432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57200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5604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32180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5604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0585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7161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0585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5566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2142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5566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205472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571232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05472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5528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32104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5528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70508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07084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0508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45489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82065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5489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020470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7046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20470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5720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2296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720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231343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700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57276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700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95681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32257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5681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70662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307238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0662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456432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822192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56432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20624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57200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20624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95604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532180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5604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70585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07161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0585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45566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82142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566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205472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571232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05472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95528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832104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5528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870508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907084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0508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45489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82065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5489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020470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057046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0470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5720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82296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5720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7200" y="311810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失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0700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157276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0700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95681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232257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95681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70662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307238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0662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456432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822192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456432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420624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457200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20624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495604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532180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95604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570585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607161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70585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645566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682142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45566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7205472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571232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05472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795528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832104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5528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870508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907084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70508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945489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982065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45489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020470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1057046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20470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5720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82296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5720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57200" y="392277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灵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20700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57276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20700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95681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232257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95681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270662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307238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70662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3456432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3822192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56432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420624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57200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20624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495604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532180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95604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570585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607161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70585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645566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682142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45566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7205472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7571232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205472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795528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832104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95528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870508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907084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70508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945489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982065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45489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1020470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057046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20470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457200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822960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57200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457200" y="4727448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变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207008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1572768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207008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1956816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2322576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956816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2706624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>
            <a:off x="3072384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706624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3456432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3822192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456432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4206240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>
            <a:off x="4572000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206240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4956048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5321808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956048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5705856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6071616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5705856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6455664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6821424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455664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7205472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>
            <a:off x="7571232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205472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ectangle 206"/>
          <p:cNvSpPr/>
          <p:nvPr/>
        </p:nvSpPr>
        <p:spPr>
          <a:xfrm>
            <a:off x="7955280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8321040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955280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ectangle 209"/>
          <p:cNvSpPr/>
          <p:nvPr/>
        </p:nvSpPr>
        <p:spPr>
          <a:xfrm>
            <a:off x="8705088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9070848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705088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ctangle 212"/>
          <p:cNvSpPr/>
          <p:nvPr/>
        </p:nvSpPr>
        <p:spPr>
          <a:xfrm>
            <a:off x="9454896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9820656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454896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10204704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Connector 216"/>
          <p:cNvCxnSpPr/>
          <p:nvPr/>
        </p:nvCxnSpPr>
        <p:spPr>
          <a:xfrm>
            <a:off x="10570464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0204704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18"/>
          <p:cNvSpPr/>
          <p:nvPr/>
        </p:nvSpPr>
        <p:spPr>
          <a:xfrm>
            <a:off x="457200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822960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57200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457200" y="553212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速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07008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1572768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207008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1956816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2322576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956816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ectangle 228"/>
          <p:cNvSpPr/>
          <p:nvPr/>
        </p:nvSpPr>
        <p:spPr>
          <a:xfrm>
            <a:off x="2706624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3072384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706624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ctangle 231"/>
          <p:cNvSpPr/>
          <p:nvPr/>
        </p:nvSpPr>
        <p:spPr>
          <a:xfrm>
            <a:off x="3456432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3822192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3456432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ctangle 234"/>
          <p:cNvSpPr/>
          <p:nvPr/>
        </p:nvSpPr>
        <p:spPr>
          <a:xfrm>
            <a:off x="4206240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>
            <a:off x="4572000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206240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/>
          <p:cNvSpPr/>
          <p:nvPr/>
        </p:nvSpPr>
        <p:spPr>
          <a:xfrm>
            <a:off x="4956048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Connector 238"/>
          <p:cNvCxnSpPr/>
          <p:nvPr/>
        </p:nvCxnSpPr>
        <p:spPr>
          <a:xfrm>
            <a:off x="5321808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956048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5705856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6071616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705856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ectangle 243"/>
          <p:cNvSpPr/>
          <p:nvPr/>
        </p:nvSpPr>
        <p:spPr>
          <a:xfrm>
            <a:off x="6455664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>
            <a:off x="6821424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455664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7205472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>
            <a:off x="7571232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7205472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ectangle 249"/>
          <p:cNvSpPr/>
          <p:nvPr/>
        </p:nvSpPr>
        <p:spPr>
          <a:xfrm>
            <a:off x="7955280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>
            <a:off x="8321040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955280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Rectangle 252"/>
          <p:cNvSpPr/>
          <p:nvPr/>
        </p:nvSpPr>
        <p:spPr>
          <a:xfrm>
            <a:off x="8705088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9070848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705088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ectangle 255"/>
          <p:cNvSpPr/>
          <p:nvPr/>
        </p:nvSpPr>
        <p:spPr>
          <a:xfrm>
            <a:off x="9454896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9820656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454896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ectangle 258"/>
          <p:cNvSpPr/>
          <p:nvPr/>
        </p:nvSpPr>
        <p:spPr>
          <a:xfrm>
            <a:off x="10204704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10570464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204704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ectangle 261"/>
          <p:cNvSpPr/>
          <p:nvPr/>
        </p:nvSpPr>
        <p:spPr>
          <a:xfrm>
            <a:off x="457200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>
            <a:off x="822960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457200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457200" y="633679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不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1207008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572768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07008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Rectangle 268"/>
          <p:cNvSpPr/>
          <p:nvPr/>
        </p:nvSpPr>
        <p:spPr>
          <a:xfrm>
            <a:off x="1956816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Connector 269"/>
          <p:cNvCxnSpPr/>
          <p:nvPr/>
        </p:nvCxnSpPr>
        <p:spPr>
          <a:xfrm>
            <a:off x="2322576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956816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ectangle 271"/>
          <p:cNvSpPr/>
          <p:nvPr/>
        </p:nvSpPr>
        <p:spPr>
          <a:xfrm>
            <a:off x="2706624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>
            <a:off x="3072384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2706624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Rectangle 274"/>
          <p:cNvSpPr/>
          <p:nvPr/>
        </p:nvSpPr>
        <p:spPr>
          <a:xfrm>
            <a:off x="3456432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3822192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3456432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4206240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>
            <a:off x="4572000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4206240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Rectangle 280"/>
          <p:cNvSpPr/>
          <p:nvPr/>
        </p:nvSpPr>
        <p:spPr>
          <a:xfrm>
            <a:off x="4956048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>
            <a:off x="5321808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956048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ectangle 283"/>
          <p:cNvSpPr/>
          <p:nvPr/>
        </p:nvSpPr>
        <p:spPr>
          <a:xfrm>
            <a:off x="5705856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>
            <a:off x="6071616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5705856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ectangle 286"/>
          <p:cNvSpPr/>
          <p:nvPr/>
        </p:nvSpPr>
        <p:spPr>
          <a:xfrm>
            <a:off x="6455664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>
            <a:off x="6821424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6455664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ectangle 289"/>
          <p:cNvSpPr/>
          <p:nvPr/>
        </p:nvSpPr>
        <p:spPr>
          <a:xfrm>
            <a:off x="7205472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1" name="Connector 290"/>
          <p:cNvCxnSpPr/>
          <p:nvPr/>
        </p:nvCxnSpPr>
        <p:spPr>
          <a:xfrm>
            <a:off x="7571232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205472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7955280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>
            <a:off x="8321040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955280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Rectangle 295"/>
          <p:cNvSpPr/>
          <p:nvPr/>
        </p:nvSpPr>
        <p:spPr>
          <a:xfrm>
            <a:off x="8705088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>
            <a:off x="9070848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8705088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ectangle 298"/>
          <p:cNvSpPr/>
          <p:nvPr/>
        </p:nvSpPr>
        <p:spPr>
          <a:xfrm>
            <a:off x="9454896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9820656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454896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ctangle 301"/>
          <p:cNvSpPr/>
          <p:nvPr/>
        </p:nvSpPr>
        <p:spPr>
          <a:xfrm>
            <a:off x="10204704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3" name="Connector 302"/>
          <p:cNvCxnSpPr/>
          <p:nvPr/>
        </p:nvCxnSpPr>
        <p:spPr>
          <a:xfrm>
            <a:off x="10570464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204704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Rectangle 304"/>
          <p:cNvSpPr/>
          <p:nvPr/>
        </p:nvSpPr>
        <p:spPr>
          <a:xfrm>
            <a:off x="457200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822960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457200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457200" y="714146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准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207008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0" name="Connector 309"/>
          <p:cNvCxnSpPr/>
          <p:nvPr/>
        </p:nvCxnSpPr>
        <p:spPr>
          <a:xfrm>
            <a:off x="1572768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207008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Rectangle 311"/>
          <p:cNvSpPr/>
          <p:nvPr/>
        </p:nvSpPr>
        <p:spPr>
          <a:xfrm>
            <a:off x="1956816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3" name="Connector 312"/>
          <p:cNvCxnSpPr/>
          <p:nvPr/>
        </p:nvCxnSpPr>
        <p:spPr>
          <a:xfrm>
            <a:off x="2322576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956816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Rectangle 314"/>
          <p:cNvSpPr/>
          <p:nvPr/>
        </p:nvSpPr>
        <p:spPr>
          <a:xfrm>
            <a:off x="2706624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>
            <a:off x="3072384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2706624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ctangle 317"/>
          <p:cNvSpPr/>
          <p:nvPr/>
        </p:nvSpPr>
        <p:spPr>
          <a:xfrm>
            <a:off x="3456432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9" name="Connector 318"/>
          <p:cNvCxnSpPr/>
          <p:nvPr/>
        </p:nvCxnSpPr>
        <p:spPr>
          <a:xfrm>
            <a:off x="3822192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456432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4206240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4572000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4206240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Rectangle 323"/>
          <p:cNvSpPr/>
          <p:nvPr/>
        </p:nvSpPr>
        <p:spPr>
          <a:xfrm>
            <a:off x="4956048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>
            <a:off x="5321808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4956048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326"/>
          <p:cNvSpPr/>
          <p:nvPr/>
        </p:nvSpPr>
        <p:spPr>
          <a:xfrm>
            <a:off x="5705856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6071616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5705856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Rectangle 329"/>
          <p:cNvSpPr/>
          <p:nvPr/>
        </p:nvSpPr>
        <p:spPr>
          <a:xfrm>
            <a:off x="6455664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6821424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455664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Rectangle 332"/>
          <p:cNvSpPr/>
          <p:nvPr/>
        </p:nvSpPr>
        <p:spPr>
          <a:xfrm>
            <a:off x="7205472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7571232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7205472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Rectangle 335"/>
          <p:cNvSpPr/>
          <p:nvPr/>
        </p:nvSpPr>
        <p:spPr>
          <a:xfrm>
            <a:off x="7955280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8321040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7955280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Rectangle 338"/>
          <p:cNvSpPr/>
          <p:nvPr/>
        </p:nvSpPr>
        <p:spPr>
          <a:xfrm>
            <a:off x="8705088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9070848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705088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ectangle 341"/>
          <p:cNvSpPr/>
          <p:nvPr/>
        </p:nvSpPr>
        <p:spPr>
          <a:xfrm>
            <a:off x="9454896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>
            <a:off x="9820656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9454896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tangle 344"/>
          <p:cNvSpPr/>
          <p:nvPr/>
        </p:nvSpPr>
        <p:spPr>
          <a:xfrm>
            <a:off x="10204704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Connector 345"/>
          <p:cNvCxnSpPr/>
          <p:nvPr/>
        </p:nvCxnSpPr>
        <p:spPr>
          <a:xfrm>
            <a:off x="10570464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204704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ectangle 347"/>
          <p:cNvSpPr/>
          <p:nvPr/>
        </p:nvSpPr>
        <p:spPr>
          <a:xfrm>
            <a:off x="457200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Connector 348"/>
          <p:cNvCxnSpPr/>
          <p:nvPr/>
        </p:nvCxnSpPr>
        <p:spPr>
          <a:xfrm>
            <a:off x="822960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57200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457200" y="794613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轮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207008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>
            <a:off x="1572768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207008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Rectangle 354"/>
          <p:cNvSpPr/>
          <p:nvPr/>
        </p:nvSpPr>
        <p:spPr>
          <a:xfrm>
            <a:off x="1956816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2322576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956816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Rectangle 357"/>
          <p:cNvSpPr/>
          <p:nvPr/>
        </p:nvSpPr>
        <p:spPr>
          <a:xfrm>
            <a:off x="2706624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3072384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2706624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Rectangle 360"/>
          <p:cNvSpPr/>
          <p:nvPr/>
        </p:nvSpPr>
        <p:spPr>
          <a:xfrm>
            <a:off x="3456432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3822192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3456432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Rectangle 363"/>
          <p:cNvSpPr/>
          <p:nvPr/>
        </p:nvSpPr>
        <p:spPr>
          <a:xfrm>
            <a:off x="4206240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72000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206240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Rectangle 366"/>
          <p:cNvSpPr/>
          <p:nvPr/>
        </p:nvSpPr>
        <p:spPr>
          <a:xfrm>
            <a:off x="4956048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321808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956048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Rectangle 369"/>
          <p:cNvSpPr/>
          <p:nvPr/>
        </p:nvSpPr>
        <p:spPr>
          <a:xfrm>
            <a:off x="5705856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>
            <a:off x="6071616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705856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6455664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4" name="Connector 373"/>
          <p:cNvCxnSpPr/>
          <p:nvPr/>
        </p:nvCxnSpPr>
        <p:spPr>
          <a:xfrm>
            <a:off x="6821424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6455664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Rectangle 375"/>
          <p:cNvSpPr/>
          <p:nvPr/>
        </p:nvSpPr>
        <p:spPr>
          <a:xfrm>
            <a:off x="7205472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Connector 376"/>
          <p:cNvCxnSpPr/>
          <p:nvPr/>
        </p:nvCxnSpPr>
        <p:spPr>
          <a:xfrm>
            <a:off x="7571232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7205472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Rectangle 378"/>
          <p:cNvSpPr/>
          <p:nvPr/>
        </p:nvSpPr>
        <p:spPr>
          <a:xfrm>
            <a:off x="7955280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0" name="Connector 379"/>
          <p:cNvCxnSpPr/>
          <p:nvPr/>
        </p:nvCxnSpPr>
        <p:spPr>
          <a:xfrm>
            <a:off x="8321040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7955280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Rectangle 381"/>
          <p:cNvSpPr/>
          <p:nvPr/>
        </p:nvSpPr>
        <p:spPr>
          <a:xfrm>
            <a:off x="8705088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3" name="Connector 382"/>
          <p:cNvCxnSpPr/>
          <p:nvPr/>
        </p:nvCxnSpPr>
        <p:spPr>
          <a:xfrm>
            <a:off x="9070848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8705088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Rectangle 384"/>
          <p:cNvSpPr/>
          <p:nvPr/>
        </p:nvSpPr>
        <p:spPr>
          <a:xfrm>
            <a:off x="9454896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>
            <a:off x="9820656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9454896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Rectangle 387"/>
          <p:cNvSpPr/>
          <p:nvPr/>
        </p:nvSpPr>
        <p:spPr>
          <a:xfrm>
            <a:off x="10204704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>
            <a:off x="10570464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0204704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Rectangle 390"/>
          <p:cNvSpPr/>
          <p:nvPr/>
        </p:nvSpPr>
        <p:spPr>
          <a:xfrm>
            <a:off x="457200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2" name="Connector 391"/>
          <p:cNvCxnSpPr/>
          <p:nvPr/>
        </p:nvCxnSpPr>
        <p:spPr>
          <a:xfrm>
            <a:off x="822960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457200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457200" y="8750808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胎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1207008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1572768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207008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Rectangle 397"/>
          <p:cNvSpPr/>
          <p:nvPr/>
        </p:nvSpPr>
        <p:spPr>
          <a:xfrm>
            <a:off x="1956816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>
            <a:off x="2322576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956816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ectangle 400"/>
          <p:cNvSpPr/>
          <p:nvPr/>
        </p:nvSpPr>
        <p:spPr>
          <a:xfrm>
            <a:off x="2706624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2" name="Connector 401"/>
          <p:cNvCxnSpPr/>
          <p:nvPr/>
        </p:nvCxnSpPr>
        <p:spPr>
          <a:xfrm>
            <a:off x="3072384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2706624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Rectangle 403"/>
          <p:cNvSpPr/>
          <p:nvPr/>
        </p:nvSpPr>
        <p:spPr>
          <a:xfrm>
            <a:off x="3456432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>
            <a:off x="3822192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3456432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Rectangle 406"/>
          <p:cNvSpPr/>
          <p:nvPr/>
        </p:nvSpPr>
        <p:spPr>
          <a:xfrm>
            <a:off x="4206240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4572000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4206240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Rectangle 409"/>
          <p:cNvSpPr/>
          <p:nvPr/>
        </p:nvSpPr>
        <p:spPr>
          <a:xfrm>
            <a:off x="4956048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Connector 410"/>
          <p:cNvCxnSpPr/>
          <p:nvPr/>
        </p:nvCxnSpPr>
        <p:spPr>
          <a:xfrm>
            <a:off x="5321808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4956048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Rectangle 412"/>
          <p:cNvSpPr/>
          <p:nvPr/>
        </p:nvSpPr>
        <p:spPr>
          <a:xfrm>
            <a:off x="5705856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Connector 413"/>
          <p:cNvCxnSpPr/>
          <p:nvPr/>
        </p:nvCxnSpPr>
        <p:spPr>
          <a:xfrm>
            <a:off x="6071616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5705856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Rectangle 415"/>
          <p:cNvSpPr/>
          <p:nvPr/>
        </p:nvSpPr>
        <p:spPr>
          <a:xfrm>
            <a:off x="6455664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>
            <a:off x="6821424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6455664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ectangle 418"/>
          <p:cNvSpPr/>
          <p:nvPr/>
        </p:nvSpPr>
        <p:spPr>
          <a:xfrm>
            <a:off x="7205472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>
            <a:off x="7571232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7205472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Rectangle 421"/>
          <p:cNvSpPr/>
          <p:nvPr/>
        </p:nvSpPr>
        <p:spPr>
          <a:xfrm>
            <a:off x="7955280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3" name="Connector 422"/>
          <p:cNvCxnSpPr/>
          <p:nvPr/>
        </p:nvCxnSpPr>
        <p:spPr>
          <a:xfrm>
            <a:off x="8321040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7955280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Rectangle 424"/>
          <p:cNvSpPr/>
          <p:nvPr/>
        </p:nvSpPr>
        <p:spPr>
          <a:xfrm>
            <a:off x="8705088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>
            <a:off x="9070848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8705088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ectangle 427"/>
          <p:cNvSpPr/>
          <p:nvPr/>
        </p:nvSpPr>
        <p:spPr>
          <a:xfrm>
            <a:off x="9454896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>
            <a:off x="9820656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9454896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Rectangle 430"/>
          <p:cNvSpPr/>
          <p:nvPr/>
        </p:nvSpPr>
        <p:spPr>
          <a:xfrm>
            <a:off x="10204704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>
            <a:off x="10570464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0204704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ectangle 433"/>
          <p:cNvSpPr/>
          <p:nvPr/>
        </p:nvSpPr>
        <p:spPr>
          <a:xfrm>
            <a:off x="457200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822960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57200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TextBox 436"/>
          <p:cNvSpPr txBox="1"/>
          <p:nvPr/>
        </p:nvSpPr>
        <p:spPr>
          <a:xfrm>
            <a:off x="457200" y="955548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漏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1207008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9" name="Connector 438"/>
          <p:cNvCxnSpPr/>
          <p:nvPr/>
        </p:nvCxnSpPr>
        <p:spPr>
          <a:xfrm>
            <a:off x="1572768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207008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Rectangle 440"/>
          <p:cNvSpPr/>
          <p:nvPr/>
        </p:nvSpPr>
        <p:spPr>
          <a:xfrm>
            <a:off x="1956816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>
            <a:off x="2322576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956816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Rectangle 443"/>
          <p:cNvSpPr/>
          <p:nvPr/>
        </p:nvSpPr>
        <p:spPr>
          <a:xfrm>
            <a:off x="2706624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072384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2706624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Rectangle 446"/>
          <p:cNvSpPr/>
          <p:nvPr/>
        </p:nvSpPr>
        <p:spPr>
          <a:xfrm>
            <a:off x="3456432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8" name="Connector 447"/>
          <p:cNvCxnSpPr/>
          <p:nvPr/>
        </p:nvCxnSpPr>
        <p:spPr>
          <a:xfrm>
            <a:off x="3822192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3456432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Rectangle 449"/>
          <p:cNvSpPr/>
          <p:nvPr/>
        </p:nvSpPr>
        <p:spPr>
          <a:xfrm>
            <a:off x="4206240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4572000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4206240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Rectangle 452"/>
          <p:cNvSpPr/>
          <p:nvPr/>
        </p:nvSpPr>
        <p:spPr>
          <a:xfrm>
            <a:off x="4956048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>
            <a:off x="5321808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4956048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Rectangle 455"/>
          <p:cNvSpPr/>
          <p:nvPr/>
        </p:nvSpPr>
        <p:spPr>
          <a:xfrm>
            <a:off x="5705856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7" name="Connector 456"/>
          <p:cNvCxnSpPr/>
          <p:nvPr/>
        </p:nvCxnSpPr>
        <p:spPr>
          <a:xfrm>
            <a:off x="6071616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705856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Rectangle 458"/>
          <p:cNvSpPr/>
          <p:nvPr/>
        </p:nvSpPr>
        <p:spPr>
          <a:xfrm>
            <a:off x="6455664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0" name="Connector 459"/>
          <p:cNvCxnSpPr/>
          <p:nvPr/>
        </p:nvCxnSpPr>
        <p:spPr>
          <a:xfrm>
            <a:off x="6821424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6455664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ectangle 461"/>
          <p:cNvSpPr/>
          <p:nvPr/>
        </p:nvSpPr>
        <p:spPr>
          <a:xfrm>
            <a:off x="7205472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7571232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7205472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Rectangle 464"/>
          <p:cNvSpPr/>
          <p:nvPr/>
        </p:nvSpPr>
        <p:spPr>
          <a:xfrm>
            <a:off x="7955280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6" name="Connector 465"/>
          <p:cNvCxnSpPr/>
          <p:nvPr/>
        </p:nvCxnSpPr>
        <p:spPr>
          <a:xfrm>
            <a:off x="8321040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7955280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Rectangle 467"/>
          <p:cNvSpPr/>
          <p:nvPr/>
        </p:nvSpPr>
        <p:spPr>
          <a:xfrm>
            <a:off x="8705088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9" name="Connector 468"/>
          <p:cNvCxnSpPr/>
          <p:nvPr/>
        </p:nvCxnSpPr>
        <p:spPr>
          <a:xfrm>
            <a:off x="9070848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8705088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Rectangle 470"/>
          <p:cNvSpPr/>
          <p:nvPr/>
        </p:nvSpPr>
        <p:spPr>
          <a:xfrm>
            <a:off x="9454896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9820656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454896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ectangle 473"/>
          <p:cNvSpPr/>
          <p:nvPr/>
        </p:nvSpPr>
        <p:spPr>
          <a:xfrm>
            <a:off x="10204704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10570464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0204704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Rectangle 476"/>
          <p:cNvSpPr/>
          <p:nvPr/>
        </p:nvSpPr>
        <p:spPr>
          <a:xfrm>
            <a:off x="457200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8" name="Connector 477"/>
          <p:cNvCxnSpPr/>
          <p:nvPr/>
        </p:nvCxnSpPr>
        <p:spPr>
          <a:xfrm>
            <a:off x="822960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457200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TextBox 479"/>
          <p:cNvSpPr txBox="1"/>
          <p:nvPr/>
        </p:nvSpPr>
        <p:spPr>
          <a:xfrm>
            <a:off x="457200" y="1036015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气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1207008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>
            <a:off x="1572768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207008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Rectangle 483"/>
          <p:cNvSpPr/>
          <p:nvPr/>
        </p:nvSpPr>
        <p:spPr>
          <a:xfrm>
            <a:off x="1956816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5" name="Connector 484"/>
          <p:cNvCxnSpPr/>
          <p:nvPr/>
        </p:nvCxnSpPr>
        <p:spPr>
          <a:xfrm>
            <a:off x="2322576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1956816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Rectangle 486"/>
          <p:cNvSpPr/>
          <p:nvPr/>
        </p:nvSpPr>
        <p:spPr>
          <a:xfrm>
            <a:off x="2706624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>
            <a:off x="3072384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2706624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ectangle 489"/>
          <p:cNvSpPr/>
          <p:nvPr/>
        </p:nvSpPr>
        <p:spPr>
          <a:xfrm>
            <a:off x="3456432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1" name="Connector 490"/>
          <p:cNvCxnSpPr/>
          <p:nvPr/>
        </p:nvCxnSpPr>
        <p:spPr>
          <a:xfrm>
            <a:off x="3822192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3456432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Rectangle 492"/>
          <p:cNvSpPr/>
          <p:nvPr/>
        </p:nvSpPr>
        <p:spPr>
          <a:xfrm>
            <a:off x="4206240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>
            <a:off x="4572000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206240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Rectangle 495"/>
          <p:cNvSpPr/>
          <p:nvPr/>
        </p:nvSpPr>
        <p:spPr>
          <a:xfrm>
            <a:off x="4956048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5321808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4956048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Rectangle 498"/>
          <p:cNvSpPr/>
          <p:nvPr/>
        </p:nvSpPr>
        <p:spPr>
          <a:xfrm>
            <a:off x="5705856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0" name="Connector 499"/>
          <p:cNvCxnSpPr/>
          <p:nvPr/>
        </p:nvCxnSpPr>
        <p:spPr>
          <a:xfrm>
            <a:off x="6071616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5705856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Rectangle 501"/>
          <p:cNvSpPr/>
          <p:nvPr/>
        </p:nvSpPr>
        <p:spPr>
          <a:xfrm>
            <a:off x="6455664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>
            <a:off x="6821424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6455664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Rectangle 504"/>
          <p:cNvSpPr/>
          <p:nvPr/>
        </p:nvSpPr>
        <p:spPr>
          <a:xfrm>
            <a:off x="7205472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7571232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205472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Rectangle 507"/>
          <p:cNvSpPr/>
          <p:nvPr/>
        </p:nvSpPr>
        <p:spPr>
          <a:xfrm>
            <a:off x="7955280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8321040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7955280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Rectangle 510"/>
          <p:cNvSpPr/>
          <p:nvPr/>
        </p:nvSpPr>
        <p:spPr>
          <a:xfrm>
            <a:off x="8705088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>
            <a:off x="9070848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8705088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Rectangle 513"/>
          <p:cNvSpPr/>
          <p:nvPr/>
        </p:nvSpPr>
        <p:spPr>
          <a:xfrm>
            <a:off x="9454896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9820656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9454896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Rectangle 516"/>
          <p:cNvSpPr/>
          <p:nvPr/>
        </p:nvSpPr>
        <p:spPr>
          <a:xfrm>
            <a:off x="10204704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>
            <a:off x="10570464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0204704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Rectangle 519"/>
          <p:cNvSpPr/>
          <p:nvPr/>
        </p:nvSpPr>
        <p:spPr>
          <a:xfrm>
            <a:off x="457200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Connector 520"/>
          <p:cNvCxnSpPr/>
          <p:nvPr/>
        </p:nvCxnSpPr>
        <p:spPr>
          <a:xfrm>
            <a:off x="822960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457200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457200" y="1116482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螺</a:t>
            </a:r>
          </a:p>
        </p:txBody>
      </p:sp>
      <p:sp>
        <p:nvSpPr>
          <p:cNvPr id="524" name="Rectangle 523"/>
          <p:cNvSpPr/>
          <p:nvPr/>
        </p:nvSpPr>
        <p:spPr>
          <a:xfrm>
            <a:off x="1207008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5" name="Connector 524"/>
          <p:cNvCxnSpPr/>
          <p:nvPr/>
        </p:nvCxnSpPr>
        <p:spPr>
          <a:xfrm>
            <a:off x="1572768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1207008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Rectangle 526"/>
          <p:cNvSpPr/>
          <p:nvPr/>
        </p:nvSpPr>
        <p:spPr>
          <a:xfrm>
            <a:off x="1956816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>
            <a:off x="2322576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1956816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ectangle 529"/>
          <p:cNvSpPr/>
          <p:nvPr/>
        </p:nvSpPr>
        <p:spPr>
          <a:xfrm>
            <a:off x="2706624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3072384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2706624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Rectangle 532"/>
          <p:cNvSpPr/>
          <p:nvPr/>
        </p:nvSpPr>
        <p:spPr>
          <a:xfrm>
            <a:off x="3456432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4" name="Connector 533"/>
          <p:cNvCxnSpPr/>
          <p:nvPr/>
        </p:nvCxnSpPr>
        <p:spPr>
          <a:xfrm>
            <a:off x="3822192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3456432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Rectangle 535"/>
          <p:cNvSpPr/>
          <p:nvPr/>
        </p:nvSpPr>
        <p:spPr>
          <a:xfrm>
            <a:off x="4206240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>
            <a:off x="4572000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4206240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Rectangle 538"/>
          <p:cNvSpPr/>
          <p:nvPr/>
        </p:nvSpPr>
        <p:spPr>
          <a:xfrm>
            <a:off x="4956048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0" name="Connector 539"/>
          <p:cNvCxnSpPr/>
          <p:nvPr/>
        </p:nvCxnSpPr>
        <p:spPr>
          <a:xfrm>
            <a:off x="5321808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4956048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ectangle 541"/>
          <p:cNvSpPr/>
          <p:nvPr/>
        </p:nvSpPr>
        <p:spPr>
          <a:xfrm>
            <a:off x="5705856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071616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5705856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Rectangle 544"/>
          <p:cNvSpPr/>
          <p:nvPr/>
        </p:nvSpPr>
        <p:spPr>
          <a:xfrm>
            <a:off x="6455664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6" name="Connector 545"/>
          <p:cNvCxnSpPr/>
          <p:nvPr/>
        </p:nvCxnSpPr>
        <p:spPr>
          <a:xfrm>
            <a:off x="6821424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6455664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Rectangle 547"/>
          <p:cNvSpPr/>
          <p:nvPr/>
        </p:nvSpPr>
        <p:spPr>
          <a:xfrm>
            <a:off x="7205472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9" name="Connector 548"/>
          <p:cNvCxnSpPr/>
          <p:nvPr/>
        </p:nvCxnSpPr>
        <p:spPr>
          <a:xfrm>
            <a:off x="7571232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7205472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Rectangle 550"/>
          <p:cNvSpPr/>
          <p:nvPr/>
        </p:nvSpPr>
        <p:spPr>
          <a:xfrm>
            <a:off x="7955280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2" name="Connector 551"/>
          <p:cNvCxnSpPr/>
          <p:nvPr/>
        </p:nvCxnSpPr>
        <p:spPr>
          <a:xfrm>
            <a:off x="8321040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955280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Rectangle 553"/>
          <p:cNvSpPr/>
          <p:nvPr/>
        </p:nvSpPr>
        <p:spPr>
          <a:xfrm>
            <a:off x="8705088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5" name="Connector 554"/>
          <p:cNvCxnSpPr/>
          <p:nvPr/>
        </p:nvCxnSpPr>
        <p:spPr>
          <a:xfrm>
            <a:off x="9070848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8705088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9454896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>
            <a:off x="9820656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9454896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Rectangle 559"/>
          <p:cNvSpPr/>
          <p:nvPr/>
        </p:nvSpPr>
        <p:spPr>
          <a:xfrm>
            <a:off x="10204704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1" name="Connector 560"/>
          <p:cNvCxnSpPr/>
          <p:nvPr/>
        </p:nvCxnSpPr>
        <p:spPr>
          <a:xfrm>
            <a:off x="10570464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10204704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Rectangle 562"/>
          <p:cNvSpPr/>
          <p:nvPr/>
        </p:nvSpPr>
        <p:spPr>
          <a:xfrm>
            <a:off x="457200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822960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457200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457200" y="1196949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丝</a:t>
            </a:r>
          </a:p>
        </p:txBody>
      </p:sp>
      <p:sp>
        <p:nvSpPr>
          <p:cNvPr id="567" name="Rectangle 566"/>
          <p:cNvSpPr/>
          <p:nvPr/>
        </p:nvSpPr>
        <p:spPr>
          <a:xfrm>
            <a:off x="1207008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1572768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1207008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Rectangle 569"/>
          <p:cNvSpPr/>
          <p:nvPr/>
        </p:nvSpPr>
        <p:spPr>
          <a:xfrm>
            <a:off x="1956816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2322576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1956816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Rectangle 572"/>
          <p:cNvSpPr/>
          <p:nvPr/>
        </p:nvSpPr>
        <p:spPr>
          <a:xfrm>
            <a:off x="2706624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3072384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2706624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/>
          <p:cNvSpPr/>
          <p:nvPr/>
        </p:nvSpPr>
        <p:spPr>
          <a:xfrm>
            <a:off x="3456432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822192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456432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Rectangle 578"/>
          <p:cNvSpPr/>
          <p:nvPr/>
        </p:nvSpPr>
        <p:spPr>
          <a:xfrm>
            <a:off x="4206240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4572000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206240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Rectangle 581"/>
          <p:cNvSpPr/>
          <p:nvPr/>
        </p:nvSpPr>
        <p:spPr>
          <a:xfrm>
            <a:off x="4956048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5321808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4956048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Rectangle 584"/>
          <p:cNvSpPr/>
          <p:nvPr/>
        </p:nvSpPr>
        <p:spPr>
          <a:xfrm>
            <a:off x="5705856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6" name="Connector 585"/>
          <p:cNvCxnSpPr/>
          <p:nvPr/>
        </p:nvCxnSpPr>
        <p:spPr>
          <a:xfrm>
            <a:off x="6071616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5705856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Rectangle 587"/>
          <p:cNvSpPr/>
          <p:nvPr/>
        </p:nvSpPr>
        <p:spPr>
          <a:xfrm>
            <a:off x="6455664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6821424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6455664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Rectangle 590"/>
          <p:cNvSpPr/>
          <p:nvPr/>
        </p:nvSpPr>
        <p:spPr>
          <a:xfrm>
            <a:off x="7205472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>
            <a:off x="7571232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7205472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Rectangle 593"/>
          <p:cNvSpPr/>
          <p:nvPr/>
        </p:nvSpPr>
        <p:spPr>
          <a:xfrm>
            <a:off x="7955280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5" name="Connector 594"/>
          <p:cNvCxnSpPr/>
          <p:nvPr/>
        </p:nvCxnSpPr>
        <p:spPr>
          <a:xfrm>
            <a:off x="8321040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7955280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Rectangle 596"/>
          <p:cNvSpPr/>
          <p:nvPr/>
        </p:nvSpPr>
        <p:spPr>
          <a:xfrm>
            <a:off x="8705088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8" name="Connector 597"/>
          <p:cNvCxnSpPr/>
          <p:nvPr/>
        </p:nvCxnSpPr>
        <p:spPr>
          <a:xfrm>
            <a:off x="9070848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8705088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Rectangle 599"/>
          <p:cNvSpPr/>
          <p:nvPr/>
        </p:nvSpPr>
        <p:spPr>
          <a:xfrm>
            <a:off x="9454896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1" name="Connector 600"/>
          <p:cNvCxnSpPr/>
          <p:nvPr/>
        </p:nvCxnSpPr>
        <p:spPr>
          <a:xfrm>
            <a:off x="9820656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9454896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ectangle 602"/>
          <p:cNvSpPr/>
          <p:nvPr/>
        </p:nvSpPr>
        <p:spPr>
          <a:xfrm>
            <a:off x="10204704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10570464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10204704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附录 2：汉字书写练习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តារាងហាត់សរសេរអក្សរចិន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2296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50876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松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7276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0700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5681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32257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0662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07238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662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822192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56432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57200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5604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32180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5604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0585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7161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0585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5566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2142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5566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205472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571232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05472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5528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32104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5528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70508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07084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0508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45489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82065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5489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020470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7046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20470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5720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2296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720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231343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700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57276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700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95681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32257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5681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70662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307238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0662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456432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822192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56432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20624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57200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20624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95604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532180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5604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70585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07161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0585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45566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82142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566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205472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571232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05472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95528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832104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5528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870508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907084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0508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45489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82065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5489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020470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057046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0470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5720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82296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5720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7200" y="311810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0700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157276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0700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95681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232257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95681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70662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307238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0662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456432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822192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456432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420624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457200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20624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495604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532180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95604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570585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607161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70585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645566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682142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45566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7205472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571232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05472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795528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832104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5528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870508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907084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70508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945489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982065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45489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020470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1057046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20470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5720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82296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5720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57200" y="392277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响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20700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57276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20700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95681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232257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95681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270662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307238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70662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3456432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3822192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56432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420624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57200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20624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495604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532180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95604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570585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607161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70585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645566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682142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45566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7205472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7571232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205472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795528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832104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95528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870508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907084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70508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945489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982065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45489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1020470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057046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20470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ectangle 175"/>
          <p:cNvSpPr/>
          <p:nvPr/>
        </p:nvSpPr>
        <p:spPr>
          <a:xfrm>
            <a:off x="457200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822960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57200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457200" y="4727448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划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1207008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1572768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207008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Rectangle 182"/>
          <p:cNvSpPr/>
          <p:nvPr/>
        </p:nvSpPr>
        <p:spPr>
          <a:xfrm>
            <a:off x="1956816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2322576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956816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/>
          <p:cNvSpPr/>
          <p:nvPr/>
        </p:nvSpPr>
        <p:spPr>
          <a:xfrm>
            <a:off x="2706624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>
            <a:off x="3072384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706624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3456432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3822192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456432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tangle 191"/>
          <p:cNvSpPr/>
          <p:nvPr/>
        </p:nvSpPr>
        <p:spPr>
          <a:xfrm>
            <a:off x="4206240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>
            <a:off x="4572000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4206240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4956048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5321808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4956048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/>
          <p:cNvSpPr/>
          <p:nvPr/>
        </p:nvSpPr>
        <p:spPr>
          <a:xfrm>
            <a:off x="5705856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6071616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5705856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/>
          <p:cNvSpPr/>
          <p:nvPr/>
        </p:nvSpPr>
        <p:spPr>
          <a:xfrm>
            <a:off x="6455664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 201"/>
          <p:cNvCxnSpPr/>
          <p:nvPr/>
        </p:nvCxnSpPr>
        <p:spPr>
          <a:xfrm>
            <a:off x="6821424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6455664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7205472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5" name="Connector 204"/>
          <p:cNvCxnSpPr/>
          <p:nvPr/>
        </p:nvCxnSpPr>
        <p:spPr>
          <a:xfrm>
            <a:off x="7571232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7205472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ectangle 206"/>
          <p:cNvSpPr/>
          <p:nvPr/>
        </p:nvSpPr>
        <p:spPr>
          <a:xfrm>
            <a:off x="7955280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8321040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7955280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ectangle 209"/>
          <p:cNvSpPr/>
          <p:nvPr/>
        </p:nvSpPr>
        <p:spPr>
          <a:xfrm>
            <a:off x="8705088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9070848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705088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ectangle 212"/>
          <p:cNvSpPr/>
          <p:nvPr/>
        </p:nvSpPr>
        <p:spPr>
          <a:xfrm>
            <a:off x="9454896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9820656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454896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10204704" y="468172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Connector 216"/>
          <p:cNvCxnSpPr/>
          <p:nvPr/>
        </p:nvCxnSpPr>
        <p:spPr>
          <a:xfrm>
            <a:off x="10570464.0" y="468172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0204704" y="504748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Rectangle 218"/>
          <p:cNvSpPr/>
          <p:nvPr/>
        </p:nvSpPr>
        <p:spPr>
          <a:xfrm>
            <a:off x="457200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>
            <a:off x="822960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57200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457200" y="553212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痕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207008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1572768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207008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1956816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2322576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956816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Rectangle 228"/>
          <p:cNvSpPr/>
          <p:nvPr/>
        </p:nvSpPr>
        <p:spPr>
          <a:xfrm>
            <a:off x="2706624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3072384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2706624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ctangle 231"/>
          <p:cNvSpPr/>
          <p:nvPr/>
        </p:nvSpPr>
        <p:spPr>
          <a:xfrm>
            <a:off x="3456432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>
            <a:off x="3822192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3456432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Rectangle 234"/>
          <p:cNvSpPr/>
          <p:nvPr/>
        </p:nvSpPr>
        <p:spPr>
          <a:xfrm>
            <a:off x="4206240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Connector 235"/>
          <p:cNvCxnSpPr/>
          <p:nvPr/>
        </p:nvCxnSpPr>
        <p:spPr>
          <a:xfrm>
            <a:off x="4572000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4206240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Rectangle 237"/>
          <p:cNvSpPr/>
          <p:nvPr/>
        </p:nvSpPr>
        <p:spPr>
          <a:xfrm>
            <a:off x="4956048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Connector 238"/>
          <p:cNvCxnSpPr/>
          <p:nvPr/>
        </p:nvCxnSpPr>
        <p:spPr>
          <a:xfrm>
            <a:off x="5321808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4956048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5705856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6071616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5705856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ectangle 243"/>
          <p:cNvSpPr/>
          <p:nvPr/>
        </p:nvSpPr>
        <p:spPr>
          <a:xfrm>
            <a:off x="6455664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>
            <a:off x="6821424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6455664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ectangle 246"/>
          <p:cNvSpPr/>
          <p:nvPr/>
        </p:nvSpPr>
        <p:spPr>
          <a:xfrm>
            <a:off x="7205472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>
            <a:off x="7571232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7205472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ectangle 249"/>
          <p:cNvSpPr/>
          <p:nvPr/>
        </p:nvSpPr>
        <p:spPr>
          <a:xfrm>
            <a:off x="7955280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>
            <a:off x="8321040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955280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Rectangle 252"/>
          <p:cNvSpPr/>
          <p:nvPr/>
        </p:nvSpPr>
        <p:spPr>
          <a:xfrm>
            <a:off x="8705088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9070848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705088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Rectangle 255"/>
          <p:cNvSpPr/>
          <p:nvPr/>
        </p:nvSpPr>
        <p:spPr>
          <a:xfrm>
            <a:off x="9454896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>
            <a:off x="9820656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9454896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Rectangle 258"/>
          <p:cNvSpPr/>
          <p:nvPr/>
        </p:nvSpPr>
        <p:spPr>
          <a:xfrm>
            <a:off x="10204704" y="548640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10570464.0" y="548640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0204704" y="585216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ectangle 261"/>
          <p:cNvSpPr/>
          <p:nvPr/>
        </p:nvSpPr>
        <p:spPr>
          <a:xfrm>
            <a:off x="457200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>
            <a:off x="822960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457200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TextBox 264"/>
          <p:cNvSpPr txBox="1"/>
          <p:nvPr/>
        </p:nvSpPr>
        <p:spPr>
          <a:xfrm>
            <a:off x="457200" y="633679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掉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1207008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572768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07008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Rectangle 268"/>
          <p:cNvSpPr/>
          <p:nvPr/>
        </p:nvSpPr>
        <p:spPr>
          <a:xfrm>
            <a:off x="1956816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Connector 269"/>
          <p:cNvCxnSpPr/>
          <p:nvPr/>
        </p:nvCxnSpPr>
        <p:spPr>
          <a:xfrm>
            <a:off x="2322576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956816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ectangle 271"/>
          <p:cNvSpPr/>
          <p:nvPr/>
        </p:nvSpPr>
        <p:spPr>
          <a:xfrm>
            <a:off x="2706624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3" name="Connector 272"/>
          <p:cNvCxnSpPr/>
          <p:nvPr/>
        </p:nvCxnSpPr>
        <p:spPr>
          <a:xfrm>
            <a:off x="3072384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2706624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Rectangle 274"/>
          <p:cNvSpPr/>
          <p:nvPr/>
        </p:nvSpPr>
        <p:spPr>
          <a:xfrm>
            <a:off x="3456432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3822192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3456432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Rectangle 277"/>
          <p:cNvSpPr/>
          <p:nvPr/>
        </p:nvSpPr>
        <p:spPr>
          <a:xfrm>
            <a:off x="4206240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Connector 278"/>
          <p:cNvCxnSpPr/>
          <p:nvPr/>
        </p:nvCxnSpPr>
        <p:spPr>
          <a:xfrm>
            <a:off x="4572000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4206240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Rectangle 280"/>
          <p:cNvSpPr/>
          <p:nvPr/>
        </p:nvSpPr>
        <p:spPr>
          <a:xfrm>
            <a:off x="4956048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>
            <a:off x="5321808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4956048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ectangle 283"/>
          <p:cNvSpPr/>
          <p:nvPr/>
        </p:nvSpPr>
        <p:spPr>
          <a:xfrm>
            <a:off x="5705856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5" name="Connector 284"/>
          <p:cNvCxnSpPr/>
          <p:nvPr/>
        </p:nvCxnSpPr>
        <p:spPr>
          <a:xfrm>
            <a:off x="6071616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5705856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ectangle 286"/>
          <p:cNvSpPr/>
          <p:nvPr/>
        </p:nvSpPr>
        <p:spPr>
          <a:xfrm>
            <a:off x="6455664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8" name="Connector 287"/>
          <p:cNvCxnSpPr/>
          <p:nvPr/>
        </p:nvCxnSpPr>
        <p:spPr>
          <a:xfrm>
            <a:off x="6821424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6455664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ectangle 289"/>
          <p:cNvSpPr/>
          <p:nvPr/>
        </p:nvSpPr>
        <p:spPr>
          <a:xfrm>
            <a:off x="7205472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1" name="Connector 290"/>
          <p:cNvCxnSpPr/>
          <p:nvPr/>
        </p:nvCxnSpPr>
        <p:spPr>
          <a:xfrm>
            <a:off x="7571232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7205472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7955280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>
            <a:off x="8321040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7955280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Rectangle 295"/>
          <p:cNvSpPr/>
          <p:nvPr/>
        </p:nvSpPr>
        <p:spPr>
          <a:xfrm>
            <a:off x="8705088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7" name="Connector 296"/>
          <p:cNvCxnSpPr/>
          <p:nvPr/>
        </p:nvCxnSpPr>
        <p:spPr>
          <a:xfrm>
            <a:off x="9070848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8705088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ectangle 298"/>
          <p:cNvSpPr/>
          <p:nvPr/>
        </p:nvSpPr>
        <p:spPr>
          <a:xfrm>
            <a:off x="9454896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0" name="Connector 299"/>
          <p:cNvCxnSpPr/>
          <p:nvPr/>
        </p:nvCxnSpPr>
        <p:spPr>
          <a:xfrm>
            <a:off x="9820656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9454896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ctangle 301"/>
          <p:cNvSpPr/>
          <p:nvPr/>
        </p:nvSpPr>
        <p:spPr>
          <a:xfrm>
            <a:off x="10204704" y="629107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3" name="Connector 302"/>
          <p:cNvCxnSpPr/>
          <p:nvPr/>
        </p:nvCxnSpPr>
        <p:spPr>
          <a:xfrm>
            <a:off x="10570464.0" y="629107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0204704" y="665683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Rectangle 304"/>
          <p:cNvSpPr/>
          <p:nvPr/>
        </p:nvSpPr>
        <p:spPr>
          <a:xfrm>
            <a:off x="457200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6" name="Connector 305"/>
          <p:cNvCxnSpPr/>
          <p:nvPr/>
        </p:nvCxnSpPr>
        <p:spPr>
          <a:xfrm>
            <a:off x="822960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457200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TextBox 307"/>
          <p:cNvSpPr txBox="1"/>
          <p:nvPr/>
        </p:nvSpPr>
        <p:spPr>
          <a:xfrm>
            <a:off x="457200" y="714146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漆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207008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0" name="Connector 309"/>
          <p:cNvCxnSpPr/>
          <p:nvPr/>
        </p:nvCxnSpPr>
        <p:spPr>
          <a:xfrm>
            <a:off x="1572768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207008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Rectangle 311"/>
          <p:cNvSpPr/>
          <p:nvPr/>
        </p:nvSpPr>
        <p:spPr>
          <a:xfrm>
            <a:off x="1956816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3" name="Connector 312"/>
          <p:cNvCxnSpPr/>
          <p:nvPr/>
        </p:nvCxnSpPr>
        <p:spPr>
          <a:xfrm>
            <a:off x="2322576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956816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Rectangle 314"/>
          <p:cNvSpPr/>
          <p:nvPr/>
        </p:nvSpPr>
        <p:spPr>
          <a:xfrm>
            <a:off x="2706624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Connector 315"/>
          <p:cNvCxnSpPr/>
          <p:nvPr/>
        </p:nvCxnSpPr>
        <p:spPr>
          <a:xfrm>
            <a:off x="3072384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2706624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ctangle 317"/>
          <p:cNvSpPr/>
          <p:nvPr/>
        </p:nvSpPr>
        <p:spPr>
          <a:xfrm>
            <a:off x="3456432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9" name="Connector 318"/>
          <p:cNvCxnSpPr/>
          <p:nvPr/>
        </p:nvCxnSpPr>
        <p:spPr>
          <a:xfrm>
            <a:off x="3822192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3456432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Rectangle 320"/>
          <p:cNvSpPr/>
          <p:nvPr/>
        </p:nvSpPr>
        <p:spPr>
          <a:xfrm>
            <a:off x="4206240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4572000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4206240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Rectangle 323"/>
          <p:cNvSpPr/>
          <p:nvPr/>
        </p:nvSpPr>
        <p:spPr>
          <a:xfrm>
            <a:off x="4956048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>
            <a:off x="5321808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4956048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Rectangle 326"/>
          <p:cNvSpPr/>
          <p:nvPr/>
        </p:nvSpPr>
        <p:spPr>
          <a:xfrm>
            <a:off x="5705856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6071616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5705856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Rectangle 329"/>
          <p:cNvSpPr/>
          <p:nvPr/>
        </p:nvSpPr>
        <p:spPr>
          <a:xfrm>
            <a:off x="6455664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6821424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6455664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Rectangle 332"/>
          <p:cNvSpPr/>
          <p:nvPr/>
        </p:nvSpPr>
        <p:spPr>
          <a:xfrm>
            <a:off x="7205472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7571232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7205472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Rectangle 335"/>
          <p:cNvSpPr/>
          <p:nvPr/>
        </p:nvSpPr>
        <p:spPr>
          <a:xfrm>
            <a:off x="7955280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8321040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7955280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Rectangle 338"/>
          <p:cNvSpPr/>
          <p:nvPr/>
        </p:nvSpPr>
        <p:spPr>
          <a:xfrm>
            <a:off x="8705088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9070848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>
            <a:off x="8705088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Rectangle 341"/>
          <p:cNvSpPr/>
          <p:nvPr/>
        </p:nvSpPr>
        <p:spPr>
          <a:xfrm>
            <a:off x="9454896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3" name="Connector 342"/>
          <p:cNvCxnSpPr/>
          <p:nvPr/>
        </p:nvCxnSpPr>
        <p:spPr>
          <a:xfrm>
            <a:off x="9820656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9454896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Rectangle 344"/>
          <p:cNvSpPr/>
          <p:nvPr/>
        </p:nvSpPr>
        <p:spPr>
          <a:xfrm>
            <a:off x="10204704" y="709574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6" name="Connector 345"/>
          <p:cNvCxnSpPr/>
          <p:nvPr/>
        </p:nvCxnSpPr>
        <p:spPr>
          <a:xfrm>
            <a:off x="10570464.0" y="709574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0204704" y="746150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Rectangle 347"/>
          <p:cNvSpPr/>
          <p:nvPr/>
        </p:nvSpPr>
        <p:spPr>
          <a:xfrm>
            <a:off x="457200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9" name="Connector 348"/>
          <p:cNvCxnSpPr/>
          <p:nvPr/>
        </p:nvCxnSpPr>
        <p:spPr>
          <a:xfrm>
            <a:off x="822960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457200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TextBox 350"/>
          <p:cNvSpPr txBox="1"/>
          <p:nvPr/>
        </p:nvSpPr>
        <p:spPr>
          <a:xfrm>
            <a:off x="457200" y="794613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生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1207008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>
            <a:off x="1572768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207008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Rectangle 354"/>
          <p:cNvSpPr/>
          <p:nvPr/>
        </p:nvSpPr>
        <p:spPr>
          <a:xfrm>
            <a:off x="1956816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>
            <a:off x="2322576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956816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Rectangle 357"/>
          <p:cNvSpPr/>
          <p:nvPr/>
        </p:nvSpPr>
        <p:spPr>
          <a:xfrm>
            <a:off x="2706624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3072384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2706624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Rectangle 360"/>
          <p:cNvSpPr/>
          <p:nvPr/>
        </p:nvSpPr>
        <p:spPr>
          <a:xfrm>
            <a:off x="3456432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3822192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3456432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Rectangle 363"/>
          <p:cNvSpPr/>
          <p:nvPr/>
        </p:nvSpPr>
        <p:spPr>
          <a:xfrm>
            <a:off x="4206240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72000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4206240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Rectangle 366"/>
          <p:cNvSpPr/>
          <p:nvPr/>
        </p:nvSpPr>
        <p:spPr>
          <a:xfrm>
            <a:off x="4956048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321808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4956048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Rectangle 369"/>
          <p:cNvSpPr/>
          <p:nvPr/>
        </p:nvSpPr>
        <p:spPr>
          <a:xfrm>
            <a:off x="5705856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>
            <a:off x="6071616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5705856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Rectangle 372"/>
          <p:cNvSpPr/>
          <p:nvPr/>
        </p:nvSpPr>
        <p:spPr>
          <a:xfrm>
            <a:off x="6455664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4" name="Connector 373"/>
          <p:cNvCxnSpPr/>
          <p:nvPr/>
        </p:nvCxnSpPr>
        <p:spPr>
          <a:xfrm>
            <a:off x="6821424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>
            <a:off x="6455664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Rectangle 375"/>
          <p:cNvSpPr/>
          <p:nvPr/>
        </p:nvSpPr>
        <p:spPr>
          <a:xfrm>
            <a:off x="7205472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7" name="Connector 376"/>
          <p:cNvCxnSpPr/>
          <p:nvPr/>
        </p:nvCxnSpPr>
        <p:spPr>
          <a:xfrm>
            <a:off x="7571232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>
            <a:off x="7205472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Rectangle 378"/>
          <p:cNvSpPr/>
          <p:nvPr/>
        </p:nvSpPr>
        <p:spPr>
          <a:xfrm>
            <a:off x="7955280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0" name="Connector 379"/>
          <p:cNvCxnSpPr/>
          <p:nvPr/>
        </p:nvCxnSpPr>
        <p:spPr>
          <a:xfrm>
            <a:off x="8321040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>
            <a:off x="7955280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Rectangle 381"/>
          <p:cNvSpPr/>
          <p:nvPr/>
        </p:nvSpPr>
        <p:spPr>
          <a:xfrm>
            <a:off x="8705088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3" name="Connector 382"/>
          <p:cNvCxnSpPr/>
          <p:nvPr/>
        </p:nvCxnSpPr>
        <p:spPr>
          <a:xfrm>
            <a:off x="9070848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>
            <a:off x="8705088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Rectangle 384"/>
          <p:cNvSpPr/>
          <p:nvPr/>
        </p:nvSpPr>
        <p:spPr>
          <a:xfrm>
            <a:off x="9454896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>
            <a:off x="9820656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9454896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Rectangle 387"/>
          <p:cNvSpPr/>
          <p:nvPr/>
        </p:nvSpPr>
        <p:spPr>
          <a:xfrm>
            <a:off x="10204704" y="790041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>
            <a:off x="10570464.0" y="790041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0204704" y="826617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Rectangle 390"/>
          <p:cNvSpPr/>
          <p:nvPr/>
        </p:nvSpPr>
        <p:spPr>
          <a:xfrm>
            <a:off x="457200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2" name="Connector 391"/>
          <p:cNvCxnSpPr/>
          <p:nvPr/>
        </p:nvCxnSpPr>
        <p:spPr>
          <a:xfrm>
            <a:off x="822960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457200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TextBox 393"/>
          <p:cNvSpPr txBox="1"/>
          <p:nvPr/>
        </p:nvSpPr>
        <p:spPr>
          <a:xfrm>
            <a:off x="457200" y="8750808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锈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1207008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1572768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207008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Rectangle 397"/>
          <p:cNvSpPr/>
          <p:nvPr/>
        </p:nvSpPr>
        <p:spPr>
          <a:xfrm>
            <a:off x="1956816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9" name="Connector 398"/>
          <p:cNvCxnSpPr/>
          <p:nvPr/>
        </p:nvCxnSpPr>
        <p:spPr>
          <a:xfrm>
            <a:off x="2322576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956816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Rectangle 400"/>
          <p:cNvSpPr/>
          <p:nvPr/>
        </p:nvSpPr>
        <p:spPr>
          <a:xfrm>
            <a:off x="2706624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2" name="Connector 401"/>
          <p:cNvCxnSpPr/>
          <p:nvPr/>
        </p:nvCxnSpPr>
        <p:spPr>
          <a:xfrm>
            <a:off x="3072384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>
            <a:off x="2706624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Rectangle 403"/>
          <p:cNvSpPr/>
          <p:nvPr/>
        </p:nvSpPr>
        <p:spPr>
          <a:xfrm>
            <a:off x="3456432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5" name="Connector 404"/>
          <p:cNvCxnSpPr/>
          <p:nvPr/>
        </p:nvCxnSpPr>
        <p:spPr>
          <a:xfrm>
            <a:off x="3822192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>
            <a:off x="3456432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Rectangle 406"/>
          <p:cNvSpPr/>
          <p:nvPr/>
        </p:nvSpPr>
        <p:spPr>
          <a:xfrm>
            <a:off x="4206240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4572000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4206240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Rectangle 409"/>
          <p:cNvSpPr/>
          <p:nvPr/>
        </p:nvSpPr>
        <p:spPr>
          <a:xfrm>
            <a:off x="4956048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1" name="Connector 410"/>
          <p:cNvCxnSpPr/>
          <p:nvPr/>
        </p:nvCxnSpPr>
        <p:spPr>
          <a:xfrm>
            <a:off x="5321808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>
            <a:off x="4956048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Rectangle 412"/>
          <p:cNvSpPr/>
          <p:nvPr/>
        </p:nvSpPr>
        <p:spPr>
          <a:xfrm>
            <a:off x="5705856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4" name="Connector 413"/>
          <p:cNvCxnSpPr/>
          <p:nvPr/>
        </p:nvCxnSpPr>
        <p:spPr>
          <a:xfrm>
            <a:off x="6071616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5705856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Rectangle 415"/>
          <p:cNvSpPr/>
          <p:nvPr/>
        </p:nvSpPr>
        <p:spPr>
          <a:xfrm>
            <a:off x="6455664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7" name="Connector 416"/>
          <p:cNvCxnSpPr/>
          <p:nvPr/>
        </p:nvCxnSpPr>
        <p:spPr>
          <a:xfrm>
            <a:off x="6821424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6455664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9" name="Rectangle 418"/>
          <p:cNvSpPr/>
          <p:nvPr/>
        </p:nvSpPr>
        <p:spPr>
          <a:xfrm>
            <a:off x="7205472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0" name="Connector 419"/>
          <p:cNvCxnSpPr/>
          <p:nvPr/>
        </p:nvCxnSpPr>
        <p:spPr>
          <a:xfrm>
            <a:off x="7571232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7205472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Rectangle 421"/>
          <p:cNvSpPr/>
          <p:nvPr/>
        </p:nvSpPr>
        <p:spPr>
          <a:xfrm>
            <a:off x="7955280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3" name="Connector 422"/>
          <p:cNvCxnSpPr/>
          <p:nvPr/>
        </p:nvCxnSpPr>
        <p:spPr>
          <a:xfrm>
            <a:off x="8321040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7955280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Rectangle 424"/>
          <p:cNvSpPr/>
          <p:nvPr/>
        </p:nvSpPr>
        <p:spPr>
          <a:xfrm>
            <a:off x="8705088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6" name="Connector 425"/>
          <p:cNvCxnSpPr/>
          <p:nvPr/>
        </p:nvCxnSpPr>
        <p:spPr>
          <a:xfrm>
            <a:off x="9070848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7" name="Connector 426"/>
          <p:cNvCxnSpPr/>
          <p:nvPr/>
        </p:nvCxnSpPr>
        <p:spPr>
          <a:xfrm>
            <a:off x="8705088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ectangle 427"/>
          <p:cNvSpPr/>
          <p:nvPr/>
        </p:nvSpPr>
        <p:spPr>
          <a:xfrm>
            <a:off x="9454896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>
            <a:off x="9820656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9454896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Rectangle 430"/>
          <p:cNvSpPr/>
          <p:nvPr/>
        </p:nvSpPr>
        <p:spPr>
          <a:xfrm>
            <a:off x="10204704" y="8705088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>
            <a:off x="10570464.0" y="8705088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0204704" y="9070848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4" name="Rectangle 433"/>
          <p:cNvSpPr/>
          <p:nvPr/>
        </p:nvSpPr>
        <p:spPr>
          <a:xfrm>
            <a:off x="457200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822960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57200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TextBox 436"/>
          <p:cNvSpPr txBox="1"/>
          <p:nvPr/>
        </p:nvSpPr>
        <p:spPr>
          <a:xfrm>
            <a:off x="457200" y="955548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错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1207008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9" name="Connector 438"/>
          <p:cNvCxnSpPr/>
          <p:nvPr/>
        </p:nvCxnSpPr>
        <p:spPr>
          <a:xfrm>
            <a:off x="1572768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207008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1" name="Rectangle 440"/>
          <p:cNvSpPr/>
          <p:nvPr/>
        </p:nvSpPr>
        <p:spPr>
          <a:xfrm>
            <a:off x="1956816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2" name="Connector 441"/>
          <p:cNvCxnSpPr/>
          <p:nvPr/>
        </p:nvCxnSpPr>
        <p:spPr>
          <a:xfrm>
            <a:off x="2322576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>
            <a:off x="1956816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Rectangle 443"/>
          <p:cNvSpPr/>
          <p:nvPr/>
        </p:nvSpPr>
        <p:spPr>
          <a:xfrm>
            <a:off x="2706624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072384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2706624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Rectangle 446"/>
          <p:cNvSpPr/>
          <p:nvPr/>
        </p:nvSpPr>
        <p:spPr>
          <a:xfrm>
            <a:off x="3456432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8" name="Connector 447"/>
          <p:cNvCxnSpPr/>
          <p:nvPr/>
        </p:nvCxnSpPr>
        <p:spPr>
          <a:xfrm>
            <a:off x="3822192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3456432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Rectangle 449"/>
          <p:cNvSpPr/>
          <p:nvPr/>
        </p:nvSpPr>
        <p:spPr>
          <a:xfrm>
            <a:off x="4206240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4572000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4206240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Rectangle 452"/>
          <p:cNvSpPr/>
          <p:nvPr/>
        </p:nvSpPr>
        <p:spPr>
          <a:xfrm>
            <a:off x="4956048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>
            <a:off x="5321808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4956048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6" name="Rectangle 455"/>
          <p:cNvSpPr/>
          <p:nvPr/>
        </p:nvSpPr>
        <p:spPr>
          <a:xfrm>
            <a:off x="5705856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7" name="Connector 456"/>
          <p:cNvCxnSpPr/>
          <p:nvPr/>
        </p:nvCxnSpPr>
        <p:spPr>
          <a:xfrm>
            <a:off x="6071616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705856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Rectangle 458"/>
          <p:cNvSpPr/>
          <p:nvPr/>
        </p:nvSpPr>
        <p:spPr>
          <a:xfrm>
            <a:off x="6455664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0" name="Connector 459"/>
          <p:cNvCxnSpPr/>
          <p:nvPr/>
        </p:nvCxnSpPr>
        <p:spPr>
          <a:xfrm>
            <a:off x="6821424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6455664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Rectangle 461"/>
          <p:cNvSpPr/>
          <p:nvPr/>
        </p:nvSpPr>
        <p:spPr>
          <a:xfrm>
            <a:off x="7205472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7571232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>
            <a:off x="7205472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Rectangle 464"/>
          <p:cNvSpPr/>
          <p:nvPr/>
        </p:nvSpPr>
        <p:spPr>
          <a:xfrm>
            <a:off x="7955280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6" name="Connector 465"/>
          <p:cNvCxnSpPr/>
          <p:nvPr/>
        </p:nvCxnSpPr>
        <p:spPr>
          <a:xfrm>
            <a:off x="8321040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7955280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Rectangle 467"/>
          <p:cNvSpPr/>
          <p:nvPr/>
        </p:nvSpPr>
        <p:spPr>
          <a:xfrm>
            <a:off x="8705088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9" name="Connector 468"/>
          <p:cNvCxnSpPr/>
          <p:nvPr/>
        </p:nvCxnSpPr>
        <p:spPr>
          <a:xfrm>
            <a:off x="9070848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8705088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Rectangle 470"/>
          <p:cNvSpPr/>
          <p:nvPr/>
        </p:nvSpPr>
        <p:spPr>
          <a:xfrm>
            <a:off x="9454896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9820656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454896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ectangle 473"/>
          <p:cNvSpPr/>
          <p:nvPr/>
        </p:nvSpPr>
        <p:spPr>
          <a:xfrm>
            <a:off x="10204704" y="950976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10570464.0" y="950976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0204704" y="987552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Rectangle 476"/>
          <p:cNvSpPr/>
          <p:nvPr/>
        </p:nvSpPr>
        <p:spPr>
          <a:xfrm>
            <a:off x="457200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8" name="Connector 477"/>
          <p:cNvCxnSpPr/>
          <p:nvPr/>
        </p:nvCxnSpPr>
        <p:spPr>
          <a:xfrm>
            <a:off x="822960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457200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TextBox 479"/>
          <p:cNvSpPr txBox="1"/>
          <p:nvPr/>
        </p:nvSpPr>
        <p:spPr>
          <a:xfrm>
            <a:off x="457200" y="1036015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件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1207008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>
            <a:off x="1572768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207008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Rectangle 483"/>
          <p:cNvSpPr/>
          <p:nvPr/>
        </p:nvSpPr>
        <p:spPr>
          <a:xfrm>
            <a:off x="1956816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5" name="Connector 484"/>
          <p:cNvCxnSpPr/>
          <p:nvPr/>
        </p:nvCxnSpPr>
        <p:spPr>
          <a:xfrm>
            <a:off x="2322576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>
            <a:off x="1956816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7" name="Rectangle 486"/>
          <p:cNvSpPr/>
          <p:nvPr/>
        </p:nvSpPr>
        <p:spPr>
          <a:xfrm>
            <a:off x="2706624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>
            <a:off x="3072384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2706624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ectangle 489"/>
          <p:cNvSpPr/>
          <p:nvPr/>
        </p:nvSpPr>
        <p:spPr>
          <a:xfrm>
            <a:off x="3456432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1" name="Connector 490"/>
          <p:cNvCxnSpPr/>
          <p:nvPr/>
        </p:nvCxnSpPr>
        <p:spPr>
          <a:xfrm>
            <a:off x="3822192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>
            <a:off x="3456432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Rectangle 492"/>
          <p:cNvSpPr/>
          <p:nvPr/>
        </p:nvSpPr>
        <p:spPr>
          <a:xfrm>
            <a:off x="4206240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Connector 493"/>
          <p:cNvCxnSpPr/>
          <p:nvPr/>
        </p:nvCxnSpPr>
        <p:spPr>
          <a:xfrm>
            <a:off x="4572000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206240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6" name="Rectangle 495"/>
          <p:cNvSpPr/>
          <p:nvPr/>
        </p:nvSpPr>
        <p:spPr>
          <a:xfrm>
            <a:off x="4956048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5321808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4956048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Rectangle 498"/>
          <p:cNvSpPr/>
          <p:nvPr/>
        </p:nvSpPr>
        <p:spPr>
          <a:xfrm>
            <a:off x="5705856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0" name="Connector 499"/>
          <p:cNvCxnSpPr/>
          <p:nvPr/>
        </p:nvCxnSpPr>
        <p:spPr>
          <a:xfrm>
            <a:off x="6071616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5705856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Rectangle 501"/>
          <p:cNvSpPr/>
          <p:nvPr/>
        </p:nvSpPr>
        <p:spPr>
          <a:xfrm>
            <a:off x="6455664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>
            <a:off x="6821424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6455664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Rectangle 504"/>
          <p:cNvSpPr/>
          <p:nvPr/>
        </p:nvSpPr>
        <p:spPr>
          <a:xfrm>
            <a:off x="7205472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7571232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7205472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Rectangle 507"/>
          <p:cNvSpPr/>
          <p:nvPr/>
        </p:nvSpPr>
        <p:spPr>
          <a:xfrm>
            <a:off x="7955280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8321040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>
            <a:off x="7955280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Rectangle 510"/>
          <p:cNvSpPr/>
          <p:nvPr/>
        </p:nvSpPr>
        <p:spPr>
          <a:xfrm>
            <a:off x="8705088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>
            <a:off x="9070848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8705088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Rectangle 513"/>
          <p:cNvSpPr/>
          <p:nvPr/>
        </p:nvSpPr>
        <p:spPr>
          <a:xfrm>
            <a:off x="9454896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9820656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9454896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Rectangle 516"/>
          <p:cNvSpPr/>
          <p:nvPr/>
        </p:nvSpPr>
        <p:spPr>
          <a:xfrm>
            <a:off x="10204704" y="1031443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>
            <a:off x="10570464.0" y="1031443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10204704" y="1068019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Rectangle 519"/>
          <p:cNvSpPr/>
          <p:nvPr/>
        </p:nvSpPr>
        <p:spPr>
          <a:xfrm>
            <a:off x="457200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Connector 520"/>
          <p:cNvCxnSpPr/>
          <p:nvPr/>
        </p:nvCxnSpPr>
        <p:spPr>
          <a:xfrm>
            <a:off x="822960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Connector 521"/>
          <p:cNvCxnSpPr/>
          <p:nvPr/>
        </p:nvCxnSpPr>
        <p:spPr>
          <a:xfrm>
            <a:off x="457200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TextBox 522"/>
          <p:cNvSpPr txBox="1"/>
          <p:nvPr/>
        </p:nvSpPr>
        <p:spPr>
          <a:xfrm>
            <a:off x="457200" y="1116482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漏</a:t>
            </a:r>
          </a:p>
        </p:txBody>
      </p:sp>
      <p:sp>
        <p:nvSpPr>
          <p:cNvPr id="524" name="Rectangle 523"/>
          <p:cNvSpPr/>
          <p:nvPr/>
        </p:nvSpPr>
        <p:spPr>
          <a:xfrm>
            <a:off x="1207008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5" name="Connector 524"/>
          <p:cNvCxnSpPr/>
          <p:nvPr/>
        </p:nvCxnSpPr>
        <p:spPr>
          <a:xfrm>
            <a:off x="1572768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>
            <a:off x="1207008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Rectangle 526"/>
          <p:cNvSpPr/>
          <p:nvPr/>
        </p:nvSpPr>
        <p:spPr>
          <a:xfrm>
            <a:off x="1956816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>
            <a:off x="2322576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1956816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Rectangle 529"/>
          <p:cNvSpPr/>
          <p:nvPr/>
        </p:nvSpPr>
        <p:spPr>
          <a:xfrm>
            <a:off x="2706624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3072384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2706624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Rectangle 532"/>
          <p:cNvSpPr/>
          <p:nvPr/>
        </p:nvSpPr>
        <p:spPr>
          <a:xfrm>
            <a:off x="3456432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4" name="Connector 533"/>
          <p:cNvCxnSpPr/>
          <p:nvPr/>
        </p:nvCxnSpPr>
        <p:spPr>
          <a:xfrm>
            <a:off x="3822192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5" name="Connector 534"/>
          <p:cNvCxnSpPr/>
          <p:nvPr/>
        </p:nvCxnSpPr>
        <p:spPr>
          <a:xfrm>
            <a:off x="3456432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Rectangle 535"/>
          <p:cNvSpPr/>
          <p:nvPr/>
        </p:nvSpPr>
        <p:spPr>
          <a:xfrm>
            <a:off x="4206240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>
            <a:off x="4572000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4206240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Rectangle 538"/>
          <p:cNvSpPr/>
          <p:nvPr/>
        </p:nvSpPr>
        <p:spPr>
          <a:xfrm>
            <a:off x="4956048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0" name="Connector 539"/>
          <p:cNvCxnSpPr/>
          <p:nvPr/>
        </p:nvCxnSpPr>
        <p:spPr>
          <a:xfrm>
            <a:off x="5321808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>
            <a:off x="4956048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2" name="Rectangle 541"/>
          <p:cNvSpPr/>
          <p:nvPr/>
        </p:nvSpPr>
        <p:spPr>
          <a:xfrm>
            <a:off x="5705856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071616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>
            <a:off x="5705856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Rectangle 544"/>
          <p:cNvSpPr/>
          <p:nvPr/>
        </p:nvSpPr>
        <p:spPr>
          <a:xfrm>
            <a:off x="6455664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6" name="Connector 545"/>
          <p:cNvCxnSpPr/>
          <p:nvPr/>
        </p:nvCxnSpPr>
        <p:spPr>
          <a:xfrm>
            <a:off x="6821424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7" name="Connector 546"/>
          <p:cNvCxnSpPr/>
          <p:nvPr/>
        </p:nvCxnSpPr>
        <p:spPr>
          <a:xfrm>
            <a:off x="6455664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Rectangle 547"/>
          <p:cNvSpPr/>
          <p:nvPr/>
        </p:nvSpPr>
        <p:spPr>
          <a:xfrm>
            <a:off x="7205472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9" name="Connector 548"/>
          <p:cNvCxnSpPr/>
          <p:nvPr/>
        </p:nvCxnSpPr>
        <p:spPr>
          <a:xfrm>
            <a:off x="7571232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7205472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Rectangle 550"/>
          <p:cNvSpPr/>
          <p:nvPr/>
        </p:nvSpPr>
        <p:spPr>
          <a:xfrm>
            <a:off x="7955280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2" name="Connector 551"/>
          <p:cNvCxnSpPr/>
          <p:nvPr/>
        </p:nvCxnSpPr>
        <p:spPr>
          <a:xfrm>
            <a:off x="8321040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3" name="Connector 552"/>
          <p:cNvCxnSpPr/>
          <p:nvPr/>
        </p:nvCxnSpPr>
        <p:spPr>
          <a:xfrm>
            <a:off x="7955280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Rectangle 553"/>
          <p:cNvSpPr/>
          <p:nvPr/>
        </p:nvSpPr>
        <p:spPr>
          <a:xfrm>
            <a:off x="8705088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5" name="Connector 554"/>
          <p:cNvCxnSpPr/>
          <p:nvPr/>
        </p:nvCxnSpPr>
        <p:spPr>
          <a:xfrm>
            <a:off x="9070848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>
            <a:off x="8705088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9454896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8" name="Connector 557"/>
          <p:cNvCxnSpPr/>
          <p:nvPr/>
        </p:nvCxnSpPr>
        <p:spPr>
          <a:xfrm>
            <a:off x="9820656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 558"/>
          <p:cNvCxnSpPr/>
          <p:nvPr/>
        </p:nvCxnSpPr>
        <p:spPr>
          <a:xfrm>
            <a:off x="9454896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Rectangle 559"/>
          <p:cNvSpPr/>
          <p:nvPr/>
        </p:nvSpPr>
        <p:spPr>
          <a:xfrm>
            <a:off x="10204704" y="1111910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1" name="Connector 560"/>
          <p:cNvCxnSpPr/>
          <p:nvPr/>
        </p:nvCxnSpPr>
        <p:spPr>
          <a:xfrm>
            <a:off x="10570464.0" y="1111910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2" name="Connector 561"/>
          <p:cNvCxnSpPr/>
          <p:nvPr/>
        </p:nvCxnSpPr>
        <p:spPr>
          <a:xfrm>
            <a:off x="10204704" y="1148486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Rectangle 562"/>
          <p:cNvSpPr/>
          <p:nvPr/>
        </p:nvSpPr>
        <p:spPr>
          <a:xfrm>
            <a:off x="457200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822960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>
            <a:off x="457200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457200" y="1196949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装</a:t>
            </a:r>
          </a:p>
        </p:txBody>
      </p:sp>
      <p:sp>
        <p:nvSpPr>
          <p:cNvPr id="567" name="Rectangle 566"/>
          <p:cNvSpPr/>
          <p:nvPr/>
        </p:nvSpPr>
        <p:spPr>
          <a:xfrm>
            <a:off x="1207008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1572768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1207008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Rectangle 569"/>
          <p:cNvSpPr/>
          <p:nvPr/>
        </p:nvSpPr>
        <p:spPr>
          <a:xfrm>
            <a:off x="1956816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2322576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1956816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Rectangle 572"/>
          <p:cNvSpPr/>
          <p:nvPr/>
        </p:nvSpPr>
        <p:spPr>
          <a:xfrm>
            <a:off x="2706624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3072384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2706624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Rectangle 575"/>
          <p:cNvSpPr/>
          <p:nvPr/>
        </p:nvSpPr>
        <p:spPr>
          <a:xfrm>
            <a:off x="3456432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822192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>
            <a:off x="3456432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Rectangle 578"/>
          <p:cNvSpPr/>
          <p:nvPr/>
        </p:nvSpPr>
        <p:spPr>
          <a:xfrm>
            <a:off x="4206240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4572000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>
            <a:off x="4206240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Rectangle 581"/>
          <p:cNvSpPr/>
          <p:nvPr/>
        </p:nvSpPr>
        <p:spPr>
          <a:xfrm>
            <a:off x="4956048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3" name="Connector 582"/>
          <p:cNvCxnSpPr/>
          <p:nvPr/>
        </p:nvCxnSpPr>
        <p:spPr>
          <a:xfrm>
            <a:off x="5321808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Connector 583"/>
          <p:cNvCxnSpPr/>
          <p:nvPr/>
        </p:nvCxnSpPr>
        <p:spPr>
          <a:xfrm>
            <a:off x="4956048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Rectangle 584"/>
          <p:cNvSpPr/>
          <p:nvPr/>
        </p:nvSpPr>
        <p:spPr>
          <a:xfrm>
            <a:off x="5705856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6" name="Connector 585"/>
          <p:cNvCxnSpPr/>
          <p:nvPr/>
        </p:nvCxnSpPr>
        <p:spPr>
          <a:xfrm>
            <a:off x="6071616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5705856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8" name="Rectangle 587"/>
          <p:cNvSpPr/>
          <p:nvPr/>
        </p:nvSpPr>
        <p:spPr>
          <a:xfrm>
            <a:off x="6455664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6821424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Connector 589"/>
          <p:cNvCxnSpPr/>
          <p:nvPr/>
        </p:nvCxnSpPr>
        <p:spPr>
          <a:xfrm>
            <a:off x="6455664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1" name="Rectangle 590"/>
          <p:cNvSpPr/>
          <p:nvPr/>
        </p:nvSpPr>
        <p:spPr>
          <a:xfrm>
            <a:off x="7205472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>
            <a:off x="7571232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7205472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Rectangle 593"/>
          <p:cNvSpPr/>
          <p:nvPr/>
        </p:nvSpPr>
        <p:spPr>
          <a:xfrm>
            <a:off x="7955280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5" name="Connector 594"/>
          <p:cNvCxnSpPr/>
          <p:nvPr/>
        </p:nvCxnSpPr>
        <p:spPr>
          <a:xfrm>
            <a:off x="8321040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7955280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Rectangle 596"/>
          <p:cNvSpPr/>
          <p:nvPr/>
        </p:nvSpPr>
        <p:spPr>
          <a:xfrm>
            <a:off x="8705088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8" name="Connector 597"/>
          <p:cNvCxnSpPr/>
          <p:nvPr/>
        </p:nvCxnSpPr>
        <p:spPr>
          <a:xfrm>
            <a:off x="9070848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8705088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Rectangle 599"/>
          <p:cNvSpPr/>
          <p:nvPr/>
        </p:nvSpPr>
        <p:spPr>
          <a:xfrm>
            <a:off x="9454896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1" name="Connector 600"/>
          <p:cNvCxnSpPr/>
          <p:nvPr/>
        </p:nvCxnSpPr>
        <p:spPr>
          <a:xfrm>
            <a:off x="9820656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9454896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ectangle 602"/>
          <p:cNvSpPr/>
          <p:nvPr/>
        </p:nvSpPr>
        <p:spPr>
          <a:xfrm>
            <a:off x="10204704" y="1192377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4" name="Connector 603"/>
          <p:cNvCxnSpPr/>
          <p:nvPr/>
        </p:nvCxnSpPr>
        <p:spPr>
          <a:xfrm>
            <a:off x="10570464.0" y="1192377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10204704" y="1228953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crosoft YaHei"/>
              </a:rPr>
              <a:t>附录 3：汉字书写练习</a:t>
            </a:r>
          </a:p>
          <a:p>
            <a:r>
              <a:rPr sz="1600" b="0">
                <a:solidFill>
                  <a:srgbClr val="FFFFFF"/>
                </a:solidFill>
                <a:latin typeface="Khmer OS Moul Light"/>
              </a:rPr>
              <a:t>តារាងហាត់សរសេរអក្សរចិន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2296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508760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歪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700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7276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0700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5681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32257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95681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0662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07238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0662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56432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822192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56432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57200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0624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95604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32180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5604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0585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607161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70585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5566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682142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5566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205472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571232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05472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955280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321040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955280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705088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070848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05088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454896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820656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54896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0204704" y="1463040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10570464.0" y="1463040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204704" y="1828800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5720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82296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720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2313432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0700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57276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20700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95681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32257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5681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270662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307238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0662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456432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822192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456432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20624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57200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20624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495604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532180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95604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570585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07161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0585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645566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682142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45566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205472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571232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05472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7955280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8321040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55280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8705088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9070848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705088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454896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820656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54896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10204704" y="2267712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0570464.0" y="2267712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04704" y="2633472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45720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82296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5720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57200" y="3118104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0700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157276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0700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195681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232257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95681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270662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307238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70662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456432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822192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3456432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420624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457200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20624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495604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532180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495604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ctangle 111"/>
          <p:cNvSpPr/>
          <p:nvPr/>
        </p:nvSpPr>
        <p:spPr>
          <a:xfrm>
            <a:off x="570585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607161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70585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645566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682142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45566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7205472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571232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205472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7955280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8321040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55280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8705088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9070848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705088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9454896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9820656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454896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10204704" y="3072384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10570464.0" y="3072384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204704" y="3438144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45720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82296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45720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57200" y="3922776"/>
            <a:ext cx="731520" cy="7315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4200">
                <a:solidFill>
                  <a:srgbClr val="D3D3D3"/>
                </a:solidFill>
                <a:latin typeface="KaiTi"/>
              </a:rPr>
              <a:t>工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20700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57276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20700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195681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232257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95681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270662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4" name="Connector 143"/>
          <p:cNvCxnSpPr/>
          <p:nvPr/>
        </p:nvCxnSpPr>
        <p:spPr>
          <a:xfrm>
            <a:off x="307238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270662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3456432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3822192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56432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420624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457200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20624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495604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532180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95604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570585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607161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70585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645566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682142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645566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7205472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7571232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7205472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7955280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8321040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955280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/>
          <p:cNvSpPr/>
          <p:nvPr/>
        </p:nvSpPr>
        <p:spPr>
          <a:xfrm>
            <a:off x="8705088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9070848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8705088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9454896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9820656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9454896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10204704" y="3877056"/>
            <a:ext cx="731520" cy="731520"/>
          </a:xfrm>
          <a:prstGeom prst="rect">
            <a:avLst/>
          </a:prstGeom>
          <a:noFill/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0570464.0" y="3877056"/>
            <a:ext cx="0.0" cy="73152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204704" y="4242816.0"/>
            <a:ext cx="731520" cy="0.0"/>
          </a:xfrm>
          <a:prstGeom prst="line">
            <a:avLst/>
          </a:prstGeom>
          <a:ln w="6350">
            <a:solidFill>
              <a:srgbClr val="C0C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